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4114800"/>
            <a:ext cx="2286000" cy="22860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411480"/>
            <a:ext cx="1280160" cy="128016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411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0D9488"/>
                </a:solidFill>
              </a:rPr>
              <a:t>PART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 Development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Idea Proposal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DE9FE"/>
                </a:solidFill>
              </a:rPr>
              <a:t>Turning a simple idea into a product that matters.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866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462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462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Purpose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058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058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654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654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Main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App: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3200400" cy="3657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📱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StudyShield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DE9FE"/>
                </a:solidFill>
              </a:rPr>
              <a:t>— Your smart student 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DE9FE"/>
                </a:solidFill>
              </a:rPr>
              <a:t>&amp; study companion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21945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0050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</a:rPr>
              <a:t>MIT App Inventor / Thunkable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09728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097280"/>
            <a:ext cx="5212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11556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Purpose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627632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StudyShield helps students stay safe online while managing their academic life. It combines cybersecurity awareness tools with a daily study planner — making digital safety a habit, not an afterthought.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3108960"/>
            <a:ext cx="5212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3108960"/>
            <a:ext cx="52120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12724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👥  Target Users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63931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</a:rPr>
              <a:t>Students aged 12–22 (school &amp; college)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</a:rPr>
              <a:t>Young adults starting digital life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</a:rPr>
              <a:t>Teachers &amp; parents monitoring progress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 Main Features of StudyShield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4069080"/>
          </a:xfrm>
          <a:prstGeom prst="rect">
            <a:avLst/>
          </a:prstGeom>
          <a:solidFill>
            <a:srgbClr val="1E1B4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005840"/>
            <a:ext cx="1005840" cy="100584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Cyber Safety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9FE"/>
                </a:solidFill>
              </a:rPr>
              <a:t>Daily personalized cybersecurity tips and quizzes. Track your digital safety score and get alerts when your saved sites are compromised. Gamified badges to reward safe online habits.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743200" cy="406908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960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1005840"/>
            <a:ext cx="1005840" cy="100584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9FE"/>
                </a:solidFill>
              </a:rPr>
              <a:t>AI-powered timetable builder with deadline reminders, Pomodoro timer, and subject-wise progress tracking. Syncs with school calendar for exam alerts.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868680"/>
            <a:ext cx="2743200" cy="4069080"/>
          </a:xfrm>
          <a:prstGeom prst="rect">
            <a:avLst/>
          </a:prstGeom>
          <a:solidFill>
            <a:srgbClr val="1E1B4B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960120"/>
            <a:ext cx="594360" cy="59436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1005840"/>
            <a:ext cx="1005840" cy="1005840"/>
          </a:xfrm>
          <a:prstGeom prst="ellipse">
            <a:avLst/>
          </a:prstGeom>
          <a:solidFill>
            <a:srgbClr val="DB2777">
              <a:alpha val="80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0936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B2777"/>
                </a:solidFill>
              </a:rPr>
              <a:t>Scam Alert Notifier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9FE"/>
                </a:solidFill>
              </a:rPr>
              <a:t>Real-time alerts about trending student scams. Report suspicious links and messages directly from the app. Community-sourced scam database updated daily.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0" y="475488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Optional Build: MIT App Inventor / Thunkable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457200"/>
            <a:ext cx="1828800" cy="182880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💡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Build Smart.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Build Safe.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Build for Impact. ✦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DE9FE"/>
                </a:solidFill>
              </a:rPr>
              <a:t>StudyShield is more than an app — it's a mission to empower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DE9FE"/>
                </a:solidFill>
              </a:rPr>
              <a:t>students to navigate the digital world safely and confidently.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StudyShield - App Development Idea Proposal</dc:title>
  <dc:subject>PptxGenJS Presentation</dc:subject>
  <dc:creator>PptxGenJS</dc:creator>
  <cp:lastModifiedBy>PptxGenJS</cp:lastModifiedBy>
  <cp:revision>1</cp:revision>
  <dcterms:created xsi:type="dcterms:W3CDTF">2026-05-08T05:06:14Z</dcterms:created>
  <dcterms:modified xsi:type="dcterms:W3CDTF">2026-05-08T05:06:14Z</dcterms:modified>
</cp:coreProperties>
</file>