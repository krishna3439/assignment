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931920" y="457200"/>
            <a:ext cx="1280160" cy="1463040"/>
          </a:xfrm>
          <a:prstGeom prst="roundRect">
            <a:avLst>
              <a:gd name="adj" fmla="val 10714"/>
            </a:avLst>
          </a:prstGeom>
          <a:solidFill>
            <a:srgbClr val="1565C0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931920" y="50292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🛡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600" kern="0" dirty="0">
                <a:solidFill>
                  <a:srgbClr val="00B4D8"/>
                </a:solidFill>
              </a:rPr>
              <a:t>PART 3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42316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Cyber Safety Tips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for Students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E0F2FE"/>
                </a:solidFill>
              </a:rPr>
              <a:t>Your digital life deserves real protection.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4206240"/>
            <a:ext cx="1554480" cy="411480"/>
          </a:xfrm>
          <a:prstGeom prst="roundRect">
            <a:avLst>
              <a:gd name="adj" fmla="val 44444"/>
            </a:avLst>
          </a:prstGeom>
          <a:solidFill>
            <a:srgbClr val="1565C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42062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Password Safety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011680" y="4206240"/>
            <a:ext cx="1554480" cy="411480"/>
          </a:xfrm>
          <a:prstGeom prst="roundRect">
            <a:avLst>
              <a:gd name="adj" fmla="val 44444"/>
            </a:avLst>
          </a:prstGeom>
          <a:solidFill>
            <a:srgbClr val="1565C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0" y="42062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Phishing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0" y="4206240"/>
            <a:ext cx="1554480" cy="411480"/>
          </a:xfrm>
          <a:prstGeom prst="roundRect">
            <a:avLst>
              <a:gd name="adj" fmla="val 44444"/>
            </a:avLst>
          </a:prstGeom>
          <a:solidFill>
            <a:srgbClr val="1565C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0" y="42062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Safe Browsing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303520" y="4206240"/>
            <a:ext cx="1554480" cy="411480"/>
          </a:xfrm>
          <a:prstGeom prst="roundRect">
            <a:avLst>
              <a:gd name="adj" fmla="val 44444"/>
            </a:avLst>
          </a:prstGeom>
          <a:solidFill>
            <a:srgbClr val="1565C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0" y="42062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Social Media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949440" y="4206240"/>
            <a:ext cx="1554480" cy="411480"/>
          </a:xfrm>
          <a:prstGeom prst="roundRect">
            <a:avLst>
              <a:gd name="adj" fmla="val 44444"/>
            </a:avLst>
          </a:prstGeom>
          <a:solidFill>
            <a:srgbClr val="1565C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0" y="42062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OTP &amp; Scams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Password Safety  &amp;  Phishing Awareness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97280"/>
            <a:ext cx="41148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411480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1556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🔐  Password Safety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691640"/>
            <a:ext cx="38404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Use 12+ characters with numbers, symbols &amp; mixed case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Never reuse passwords across different websites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Use a password manager (e.g., Bitwarden, 1Password)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Enable Two-Factor Authentication (2FA) everywhere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Change passwords immediately if a breach is suspected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41148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97280"/>
            <a:ext cx="4114800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11556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🎣  Phishing Awareness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92040" y="1691640"/>
            <a:ext cx="38404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Check sender email addresses carefully before clicking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Hover over links to preview the real URL destination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Banks never ask for passwords via email or SMS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Watch for urgent language: 'Act NOW!' is a red flag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Verify suspicious messages by calling the source directly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Safe Browsing  &amp;  Social Media Privacy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97280"/>
            <a:ext cx="41148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411480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1556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🌐  Safe Browsing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691640"/>
            <a:ext cx="38404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Look for HTTPS 🔒 before submitting any personal data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Avoid public Wi-Fi for banking or shopping — use VPN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Keep browser and extensions always up to date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Do not download files from unverified or unknown sites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Clear cookies and cache regularly for better privacy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41148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97280"/>
            <a:ext cx="4114800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11556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📱  Social Media Privacy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92040" y="1691640"/>
            <a:ext cx="38404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Set your profile to private — not everyone needs to see it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Never share your address, school, or daily routine online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Think before posting — the internet remembers forever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Review third-party app permissions connected to accounts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Report and block any harassment or suspicious accounts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OTP &amp; Scam Awareness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68680"/>
            <a:ext cx="2743200" cy="3474720"/>
          </a:xfrm>
          <a:prstGeom prst="rect">
            <a:avLst/>
          </a:prstGeom>
          <a:solidFill>
            <a:srgbClr val="112244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34440" y="960120"/>
            <a:ext cx="822960" cy="82296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96012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🔢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5760" y="19202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</a:rPr>
              <a:t>Never Share Your OTP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2514600"/>
            <a:ext cx="24688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F2FE"/>
                </a:solidFill>
              </a:rPr>
              <a:t>One-Time Passwords are like your ATM PIN. No legitimate bank, company or government will ever ask for it.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868680"/>
            <a:ext cx="2743200" cy="3474720"/>
          </a:xfrm>
          <a:prstGeom prst="rect">
            <a:avLst/>
          </a:prstGeom>
          <a:solidFill>
            <a:srgbClr val="112244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06240" y="960120"/>
            <a:ext cx="822960" cy="82296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60520" y="96012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📞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337560" y="19202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</a:rPr>
              <a:t>Recognize Scam Calls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83280" y="2514600"/>
            <a:ext cx="24688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F2FE"/>
                </a:solidFill>
              </a:rPr>
              <a:t>If a caller says 'You've won a prize' or threatens legal action — hang up immediately. It's a scam.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868680"/>
            <a:ext cx="2743200" cy="3474720"/>
          </a:xfrm>
          <a:prstGeom prst="rect">
            <a:avLst/>
          </a:prstGeom>
          <a:solidFill>
            <a:srgbClr val="112244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178040" y="960120"/>
            <a:ext cx="822960" cy="82296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0" y="96012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💳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309360" y="19202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</a:rPr>
              <a:t>Verify Before You Pay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55080" y="2514600"/>
            <a:ext cx="24688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F2FE"/>
                </a:solidFill>
              </a:rPr>
              <a:t>Always double-check UPI/payment requests. Scammers use fake QR codes and impersonate contacts.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4480560"/>
            <a:ext cx="8595360" cy="502920"/>
          </a:xfrm>
          <a:prstGeom prst="rect">
            <a:avLst/>
          </a:prstGeom>
          <a:solidFill>
            <a:srgbClr val="7C2D12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448056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ED7AA"/>
                </a:solidFill>
              </a:rPr>
              <a:t>⚠  Golden Rule: If something feels off — STOP, PAUSE, VERIFY. When in doubt, don't share.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0" y="365760"/>
            <a:ext cx="2194560" cy="2194560"/>
          </a:xfrm>
          <a:prstGeom prst="ellipse">
            <a:avLst/>
          </a:prstGeom>
          <a:solidFill>
            <a:srgbClr val="1565C0"/>
          </a:solidFill>
          <a:ln w="381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0" y="365760"/>
            <a:ext cx="21945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🛡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57200" y="26974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Stay Safe. Stay Smart.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Stay Digital. ✦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914400" y="397764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0F2FE"/>
                </a:solidFill>
              </a:rPr>
              <a:t>Cybersecurity isn't just for experts — it starts with YOU.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E0F2FE"/>
                </a:solidFill>
              </a:rPr>
              <a:t>Every password you protect, every scam you avoid, and every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E0F2FE"/>
                </a:solidFill>
              </a:rPr>
              <a:t>app you design responsibly makes the internet safer for everyone.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 Safety Tips for Students</dc:title>
  <dc:subject>PptxGenJS Presentation</dc:subject>
  <dc:creator>PptxGenJS</dc:creator>
  <cp:lastModifiedBy>PptxGenJS</cp:lastModifiedBy>
  <cp:revision>1</cp:revision>
  <dcterms:created xsi:type="dcterms:W3CDTF">2026-05-08T05:06:13Z</dcterms:created>
  <dcterms:modified xsi:type="dcterms:W3CDTF">2026-05-08T05:06:13Z</dcterms:modified>
</cp:coreProperties>
</file>